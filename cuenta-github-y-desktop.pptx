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977494"/>
            <a:ext cx="879653" cy="879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PREVIA AL TALLER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tu cuenta de GitHub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descarga GitHub Desktop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pasos rápidos. Menos de 5 minutos en total.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126480"/>
            <a:ext cx="10515600" cy="0"/>
          </a:xfrm>
          <a:prstGeom prst="line">
            <a:avLst/>
          </a:prstGeom>
          <a:noFill/>
          <a:ln w="12700">
            <a:solidFill>
              <a:srgbClr val="333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Cuenta en GitHub   ·   Parte 2: Instalar GitHub Desktop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5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tu cuenta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GitHub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692640" y="2651760"/>
            <a:ext cx="1737360" cy="1737360"/>
          </a:xfrm>
          <a:prstGeom prst="ellipse">
            <a:avLst/>
          </a:prstGeom>
          <a:solidFill>
            <a:srgbClr val="D8462C"/>
          </a:solidFill>
          <a:ln/>
        </p:spPr>
      </p:sp>
      <p:pic>
        <p:nvPicPr>
          <p:cNvPr id="5" name="Image 0" descr="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497" y="2877617"/>
            <a:ext cx="1285646" cy="1285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tu cuenta — paso a paso (1/2)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github.com, arriba a la derecha, haz clic en “Sign up”.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5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197556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013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075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github.com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 y ve a github.com. Haz clic en “Sign up” en la esquina superior derecha.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953512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953512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11" name="Image 1" descr="icons/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3054553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154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tu correo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691640" y="3520440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correo que revises seguido: ahí llegan las verificaciones y notificaciones de GitHub.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" y="4032504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032504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17" name="Image 2" descr="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4133545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959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2336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contraseña segura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91640" y="4599432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15 caracteres, o al menos 8 combinando letras y números.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5111496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5111496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23" name="Image 3" descr="icons/id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5212537"/>
            <a:ext cx="575158" cy="5751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503834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91640" y="53126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nombre de usuario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691640" y="5678424"/>
            <a:ext cx="9601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 público y aparecerá en tus commits (ej: github.com/tu-usuario). Elígelo con cuidado.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tu cuenta — paso a paso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pasos: verificar y conectar con GitHub Desktop.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5" name="Image 0" descr="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206700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92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167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no eres un robot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9601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muestra un pequeño acertijo o captcha de verificación. Complétalo para continuar.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200400"/>
            <a:ext cx="777240" cy="77724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0" name="Image 1" descr="icons/envelope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330144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127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4015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tu correo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91640" y="3767328"/>
            <a:ext cx="9601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bandeja de entrada: GitHub envía un código. Escríbelo en la página para activar tu cuenta.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434840"/>
            <a:ext cx="777240" cy="77724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5" name="Image 2" descr="icons/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4535881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361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4636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en GitHub Desktop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91640" y="5001768"/>
            <a:ext cx="9601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Options (o Preferences en Mac) &gt; Accounts &gt; Sign in, con tu usuario y contraseña. Así tus commits quedan firmados con tu nombre.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571500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24292E"/>
          </a:solidFill>
          <a:ln/>
        </p:spPr>
      </p:sp>
      <p:sp>
        <p:nvSpPr>
          <p:cNvPr id="20" name="Text 15"/>
          <p:cNvSpPr/>
          <p:nvPr/>
        </p:nvSpPr>
        <p:spPr>
          <a:xfrm>
            <a:off x="1051560" y="5715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Cuenta lista. Ahora sí, a instalar GitHub Desktop.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Desktop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692640" y="2651760"/>
            <a:ext cx="1737360" cy="173736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5" name="Image 0" descr="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497" y="2877617"/>
            <a:ext cx="1285646" cy="1285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GitHub Desktop — paso a paso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cuenta ya creada, esto toma menos de 3 minutos.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5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19298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556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029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 desktop.github.com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395728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 y entra al sitio oficial de descarga.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724912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24912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11" name="Image 1" descr="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2825953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2926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instalador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691640" y="329184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detecta tu sistema operativo (Windows o Mac) y muestra el botón correcto de descarga.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" y="3621024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621024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17" name="Image 2" descr="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3722065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547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3822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instalador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91640" y="418795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archivo descargado y sigue el asistente. Se instala automáticamente, sin configuración extra.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77240" y="4517136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517136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23" name="Image 3" descr="icons/log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4618177"/>
            <a:ext cx="575158" cy="5751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4439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91640" y="47183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con tu cuenta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691640" y="5084064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GitHub Desktop por primera vez, usa el usuario y contraseña que creaste en la Parte 1.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77240" y="5413248"/>
            <a:ext cx="10607040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5413248"/>
            <a:ext cx="777240" cy="777240"/>
          </a:xfrm>
          <a:prstGeom prst="ellipse">
            <a:avLst/>
          </a:prstGeom>
          <a:solidFill>
            <a:srgbClr val="1B1F23"/>
          </a:solidFill>
          <a:ln/>
        </p:spPr>
      </p:sp>
      <p:pic>
        <p:nvPicPr>
          <p:cNvPr id="2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1" y="5514289"/>
            <a:ext cx="575158" cy="57515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53400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691640" y="56144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clonar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1691640" y="5980176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puedes ver tus repositorios de GitHub directamente dentro de la app.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F05033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90799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965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estás listo/a para el taller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788920"/>
            <a:ext cx="685800" cy="68580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6" name="Image 1" descr="icons/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14" y="2878074"/>
            <a:ext cx="507492" cy="507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27432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GitHub creada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91640" y="309067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usuario, correo verificado y contraseña.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22960" y="3840480"/>
            <a:ext cx="685800" cy="68580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0" name="Image 2" descr="icons/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3929634"/>
            <a:ext cx="507492" cy="507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37947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instalado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691640" y="41422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sesión iniciada con esa misma cuenta.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24292E"/>
          </a:solidFill>
          <a:ln/>
        </p:spPr>
      </p:sp>
      <p:pic>
        <p:nvPicPr>
          <p:cNvPr id="14" name="Image 3" descr="icons/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4981194"/>
            <a:ext cx="507492" cy="5074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91640" y="48463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más que preparar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691640" y="519379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taller clonaremos un repositorio de práctica juntos.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22960" y="6263640"/>
            <a:ext cx="10515600" cy="0"/>
          </a:xfrm>
          <a:prstGeom prst="line">
            <a:avLst/>
          </a:prstGeom>
          <a:noFill/>
          <a:ln w="12700">
            <a:solidFill>
              <a:srgbClr val="333A4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6355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el taller de Git con GitHub Desktop.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2026-08-14T15:54:20Z</dcterms:created>
  <dcterms:modified xsi:type="dcterms:W3CDTF">2026-08-14T15:54:20Z</dcterms:modified>
</cp:coreProperties>
</file>